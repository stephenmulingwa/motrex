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87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868680"/>
            <a:ext cx="7360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 Fleet Insights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353312"/>
            <a:ext cx="7360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17320" y="1783080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D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fleet positions · Driver behaviour · Fuel &amp; safety reports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 Coach Ltd. ·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47960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D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ControlTech East Africa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2F85"/>
          </a:solidFill>
          <a:ln w="12700">
            <a:solidFill>
              <a:srgbClr val="0B2F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D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in, install on your phone, and load data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120001"/>
            <a:ext cx="40919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04108"/>
            <a:ext cx="4091940" cy="181633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portal in Chrome, Edge, or Safari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username or email and password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Sign in to load fleet data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Sign out when finished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4791" y="1152144"/>
            <a:ext cx="40919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on your phone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86300" y="1704108"/>
            <a:ext cx="4091940" cy="1816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screen: Install app on your phone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open your /install link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Android: tap Install Ena Fleet Insights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iPhone: Safari → Share → Add to Home Screen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466844"/>
            <a:ext cx="84124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4539996"/>
            <a:ext cx="81930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bar: Menu · EAT clock · Live · Sign Out   |   Dates: set From &amp; To, then tap Run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94233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 Fleet Insights — slide 2 of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2F85"/>
          </a:solidFill>
          <a:ln w="12700">
            <a:solidFill>
              <a:srgbClr val="0B2F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Section Does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D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menu on mobile or the sidebar on desktop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2694432" cy="1913382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12700">
            <a:solidFill>
              <a:srgbClr val="0B2F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2694432" cy="73152"/>
          </a:xfrm>
          <a:prstGeom prst="rect">
            <a:avLst/>
          </a:prstGeom>
          <a:solidFill>
            <a:srgbClr val="0B2F85"/>
          </a:solidFill>
          <a:ln w="12700">
            <a:solidFill>
              <a:srgbClr val="0B2F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251155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16736"/>
            <a:ext cx="2511552" cy="14196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Violations, distance, fuel, live buses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4784" y="896112"/>
            <a:ext cx="2694432" cy="1913382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4784" y="896112"/>
            <a:ext cx="2694432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6224" y="1024128"/>
            <a:ext cx="251155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Evaluation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6224" y="1316736"/>
            <a:ext cx="2511552" cy="14196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Scores: Good, Average, Poor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3808" y="896112"/>
            <a:ext cx="2694432" cy="1913382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12700">
            <a:solidFill>
              <a:srgbClr val="0EA4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3808" y="896112"/>
            <a:ext cx="2694432" cy="73152"/>
          </a:xfrm>
          <a:prstGeom prst="rect">
            <a:avLst/>
          </a:prstGeom>
          <a:solidFill>
            <a:srgbClr val="0EA46F"/>
          </a:solidFill>
          <a:ln w="12700">
            <a:solidFill>
              <a:srgbClr val="0EA4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5248" y="1024128"/>
            <a:ext cx="251155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Performance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5248" y="1316736"/>
            <a:ext cx="2511552" cy="14196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km per bus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55798"/>
            <a:ext cx="2694432" cy="1913382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12700">
            <a:solidFill>
              <a:srgbClr val="E649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55798"/>
            <a:ext cx="2694432" cy="73152"/>
          </a:xfrm>
          <a:prstGeom prst="rect">
            <a:avLst/>
          </a:prstGeom>
          <a:solidFill>
            <a:srgbClr val="E64949"/>
          </a:solidFill>
          <a:ln w="12700">
            <a:solidFill>
              <a:srgbClr val="E649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83814"/>
            <a:ext cx="251155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76422"/>
            <a:ext cx="2511552" cy="14196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Speeding, braking, cornering events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4784" y="2955798"/>
            <a:ext cx="2694432" cy="1913382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4784" y="2955798"/>
            <a:ext cx="26944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6224" y="3083814"/>
            <a:ext cx="251155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6224" y="3376422"/>
            <a:ext cx="2511552" cy="14196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stress and green-band driving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3808" y="2955798"/>
            <a:ext cx="2694432" cy="1913382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3808" y="2955798"/>
            <a:ext cx="269443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5248" y="3083814"/>
            <a:ext cx="251155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5248" y="3376422"/>
            <a:ext cx="2511552" cy="14196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Speed, and Summary reports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94233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 Fleet Insights — slide 3 of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2F85"/>
          </a:solidFill>
          <a:ln w="12700">
            <a:solidFill>
              <a:srgbClr val="0B2F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Daily Workflow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D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routine for supervisors and operations staff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347472" cy="347472"/>
          </a:xfrm>
          <a:prstGeom prst="ellipse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932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dates &amp; Run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170432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From / To, then tap Run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47472" cy="347472"/>
          </a:xfrm>
          <a:prstGeom prst="ellipse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1790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63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70078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totals, charts, and live buses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347472" cy="347472"/>
          </a:xfrm>
          <a:prstGeom prst="ellipse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482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1993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drivers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231136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Driver Evaluation for scores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42032"/>
            <a:ext cx="347472" cy="347472"/>
          </a:xfrm>
          <a:prstGeom prst="ellipse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7860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5237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events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76148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Violations — filter by driver or vehicle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72384"/>
            <a:ext cx="347472" cy="347472"/>
          </a:xfrm>
          <a:prstGeom prst="ellipse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089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0540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share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29184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PDF or Excel from any section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283964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E8F0FF"/>
          </a:solidFill>
          <a:ln w="12700">
            <a:solidFill>
              <a:srgbClr val="1B4F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375404"/>
            <a:ext cx="8193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Grades: Good (60+) · Average (45–59) · Poor (below 45)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" y="4558284"/>
            <a:ext cx="81930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Violations: Harsh Cornering · Over Speeding · Harsh Braking · Free Wheeling · Over Revving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94233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 Fleet Insights — slide 4 of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2F85"/>
          </a:solidFill>
          <a:ln w="12700">
            <a:solidFill>
              <a:srgbClr val="0B2F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F5B300"/>
          </a:solidFill>
          <a:ln w="12700">
            <a:solidFill>
              <a:srgbClr val="F5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Support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D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answers for common questions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40919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tips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091940" cy="2240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date range when comparing drivers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sideways on a phone for wide tables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column headers to sort tables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Run after changing 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86300" y="896112"/>
            <a:ext cx="40919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goes wrong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86300" y="1188720"/>
            <a:ext cx="4091940" cy="2240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fails → check username and password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data → check dates, tap Run, check internet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greyed out → refresh or use browser menu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access → contact your administrator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50342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0B2F85"/>
          </a:solidFill>
          <a:ln w="12700">
            <a:solidFill>
              <a:srgbClr val="0B2F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4576572"/>
            <a:ext cx="819302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ControlTech East Africa · www.controltech-ea.com · Ena Coach fleet portal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494233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 Fleet Insights — slide 5 of 5 · Thank you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On-screen Show (16:9)</PresentationFormat>
  <Paragraphs>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Ena Coach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 Fleet Insights — User Guide</dc:title>
  <dc:subject>Ena Fleet Insights user guide</dc:subject>
  <dc:creator>ControlTech East Africa</dc:creator>
  <cp:lastModifiedBy>Stephen Mulingwa</cp:lastModifiedBy>
  <cp:revision>2</cp:revision>
  <dcterms:created xsi:type="dcterms:W3CDTF">2026-05-23T16:24:07Z</dcterms:created>
  <dcterms:modified xsi:type="dcterms:W3CDTF">2026-05-25T05:00:59Z</dcterms:modified>
</cp:coreProperties>
</file>